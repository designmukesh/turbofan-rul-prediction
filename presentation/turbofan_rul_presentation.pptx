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Turbofan Engine Remaining-Useful-Life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NASA C-MAPSS FD001 — 100 run-to-failure engines, 21 sensors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Question: how many cycles until this engine fails?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Answer: HistGradientBoosting, test RMSE 12.74 cycles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Honest band from repeated CV: ~14–15 cycles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Independent portfolio project — public data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latin typeface="Calibri"/>
              </a:defRPr>
            </a:pPr>
            <a:r>
              <a:t>Mukesh Sharma · github.com/designmukesh/turbofan-rul-prediction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Unplanned engine removals cost 3–10× a planned shop visit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Fixed-interval overhauls waste healthy life; surprises risk failure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The decision to improve: WHEN to pull an engine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Users: reliability engineers, maintenance planners, fleet managers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Late predictions (saying 'healthy' when it's not) are the dangerous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The dataset — and what it isn't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NASA C-MAPSS FD001 (Saxena &amp; Goebel, 2008), PHM Society mirror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100 train engines (20,631 cycles) + 100 truncated test engines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21 sensors + 3 operating settings per cycle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SIMULATED data — thermodynamic model, not field data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One operating condition, one fault mode (HPC degradation)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Every claim in this deck is conditional on that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EDA: the signal is visible before any model</a:t>
            </a:r>
          </a:p>
        </p:txBody>
      </p:sp>
      <p:pic>
        <p:nvPicPr>
          <p:cNvPr id="3" name="Picture 2" descr="02_sensor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583680" cy="35450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7 of 21 sensors never move → dropped; 14 carry degradation trend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Temperatures rise, speeds shift in the last ~100 cycles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Lifespans vary 128–362 cycles — age alone predicts nothing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per-cycle sensors → 30-cycle sliding windows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→ 84 statistical features (mean/std/min/max/last/slope × 14 sensors)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→ HistGradientBoosting → predicted RUL + trend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→ risk band → illustrative action → HUMAN review → work order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→ outcome feedback → retrain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The model advises; certified processes decide.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latin typeface="Calibri"/>
              </a:defRPr>
            </a:pPr>
            <a:r>
              <a:t>Batch scoring daily is enough — RUL moves slowly.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Feature engineering: transparent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One cycle has no trend — windows give the model history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Six statistics per sensor: distribution (mean/std/min/max),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recency (last), and within-window slope (the trend)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All 84 features are physics-readable: a rising s3 slope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means the HPC outlet is actively getting hotter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No black-box embeddings; nothing the domain can't interrogate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Validation: designed to be hard to fool</a:t>
            </a:r>
          </a:p>
        </p:txBody>
      </p:sp>
      <p:pic>
        <p:nvPicPr>
          <p:cNvPr id="3" name="Picture 2" descr="09_cv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943600" cy="33963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18872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Split by ENGINE, never by window (overlaps would leak)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Model selection on 20 validation engines; test set scored ONCE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Repeated grouped CV: 3 folds × 3 seeds = 9 fits per model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Unit tests for windowing, labels, and metrics (pytest, 10 tests)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Results</a:t>
            </a:r>
          </a:p>
        </p:txBody>
      </p:sp>
      <p:pic>
        <p:nvPicPr>
          <p:cNvPr id="3" name="Picture 2" descr="07_test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943600" cy="29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18872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HGB: test RMSE 12.74 · PHM 247 · CV 14.40 ± 0.93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RF: 13.48 / 307 · Ridge baseline: 17.43 / 484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Ranking HGB &gt; RF &gt; Ridge holds across all 9 CV fits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Honest expectation for new engines: ~14–15, not 12.7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Most precise near failure: 4.83 RMSE in the 0–30 cycle band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Explainability: the model watches change, not levels</a:t>
            </a:r>
          </a:p>
        </p:txBody>
      </p:sp>
      <p:pic>
        <p:nvPicPr>
          <p:cNvPr id="3" name="Picture 2" descr="10_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217920" cy="2331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18872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7 of top 8 features are _slope — it learned degradation as a process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Top channels: HPC outlet pressure/temp, core speeds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— exactly what HPC-degradation thermodynamics predicts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Ablation: worst single-sensor loss +0.64 RMSE → no sensor is load-bearing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Permutation and ablation disagree on rankings — so neither is trusted alone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Robustness: what's fragile</a:t>
            </a:r>
          </a:p>
        </p:txBody>
      </p:sp>
      <p:pic>
        <p:nvPicPr>
          <p:cNvPr id="3" name="Picture 2" descr="12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669280" cy="2834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18872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Seed-stable: 13.49–14.18 over 5 seeds — not luck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Noise-sensitive: +5.2 RMSE at 0.5× sensor noise — TOP RISK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  (field sensors are noisier than sim sensors → harden with noise-augmented training)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Survives worst-sensor failure via imputation (+1.37) — graceful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Leans optimistic: late errors dominate PHM 2.6× → needs conservative margin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From prediction to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Streamlit demo: pick an engine → traces, RUL curve, risk band, action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Decision flow, not just 'RUL = 42': who sees it, what threshold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triggers what, who signs off, what a false alarm costs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Rollout: shadow mode → advisory → constrained automation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KPIs that matter: false alarms/100 cycles, warning lead time,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unplanned removals avoided — not just RMSE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Limitations — volunteered, each with a next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Simulated, single condition/fault → FD002–FD004 next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100-point test set is a noisy ruler → wider CV already reported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Point predictions only → quantile intervals for planners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Noise-sensitive → noise-augmented training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Never validated prospectively → shadow-mode protocol</a:t>
            </a:r>
          </a:p>
          <a:p>
            <a:pPr>
              <a:spcAft>
                <a:spcPts val="1000"/>
              </a:spcAft>
              <a:defRPr sz="1900">
                <a:latin typeface="Calibri"/>
              </a:defRPr>
            </a:pPr>
            <a:r>
              <a:t>Nothing here claims savings, deployment, or field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latin typeface="Calibri"/>
              </a:defRPr>
            </a:pPr>
            <a:r>
              <a:t>The limitations section is a feature: it's what makes the rest believable.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